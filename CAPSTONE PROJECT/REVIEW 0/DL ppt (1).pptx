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588" autoAdjust="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62E1E-0936-4191-B233-E9540232F09B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A7398-14AA-408E-99EA-8F135C33F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47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A7398-14AA-408E-99EA-8F135C33FC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05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B87D-B439-0E28-D8D4-B95458EE9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9CCF8-6774-8DFD-4047-46281B781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D3F4-B4D2-2BC2-685D-37729614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14740-B118-B391-AE33-4DFA3A9D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89725-8BFD-F58F-4AD2-ADC30CBF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6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62E0-9587-4128-5094-BA1800FB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4758-3E4B-E22D-1CB8-A7F38E65F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2BA9-59CB-2070-1B83-409B7BA2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C651A-2985-4DEA-91FF-D4382A6E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D193-4344-C364-CE9F-B8636CB8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80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0BC4-4558-6162-A388-C03BD7D5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D0D94-A9BC-47F8-A994-57CACFA3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CD7D-429D-DB5C-099C-FDAA36A9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6D86-00A3-A881-590E-18DCFBAC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63AD4-1DAF-9D96-9DD1-EEAA6B1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40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6661-4247-26EA-6F2F-CF1A9F35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6AF8-4095-0913-BDC8-D373213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0D29A-9568-A518-5C1D-814770201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E46CA-4BFD-60E4-4F35-36386A91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19BEE-063D-2617-04CC-9B8FD791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33EE2-67A8-7F15-084F-C804827F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9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210B-C7AD-D478-92F7-202D4B46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1B262-55F8-BA64-9388-D572C670B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3EDA8-C989-3AB0-A5FA-195B9A07E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C77AC-1D66-3B46-ABD0-A86B4AE97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EEE33-6D88-2BB8-813B-2A114C6C3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D6A16-6B54-C86D-A204-CA84F502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EA44A-7216-167B-E602-D0F0AB31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8E608-9EDA-D45F-9890-D42BD6A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1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639E-C808-FC31-74F2-806D1872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F131F-8740-3818-29A9-370C7EDB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6B56-5754-5BCB-809A-242E0130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F679E-A835-BA78-81BB-B5E64556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4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D002B-4D49-3E90-FD6E-EFB18AB6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EA27C-9AB1-067F-6793-C3DFE793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04389-FE76-B55B-07CA-8A004BFE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8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039B-60BF-BA7A-0B72-4A506025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E513-0CEE-A425-3C72-CBC7402C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3A8AB-B0F0-D8C7-A691-58AC0D011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A3E0D-8EF0-C70A-3C44-1B61D1A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76456-1AE9-7172-AC0B-9ACFA624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D906C-E0CF-7EE2-D434-6EE53FA1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65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492C-32EA-4B22-9BBB-EF77F1B1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9BEE4-422B-DF01-90B7-CF0E95F31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5AF14-890B-3BE8-DF15-77F5291AC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F607E-E681-2FA8-0E8F-A1F83AB8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9A7C0-7C2F-E61A-0212-63C9FEBD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49AE-0D7E-BB2D-0424-E6A42137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89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F185-1429-9811-DE2C-6C2F061C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59314-8463-8CF6-D3B8-940F25DF8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A7BEA-612A-D804-7F5E-5179EF60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BB6F-8136-8FDC-DB54-11E365DD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B33F3-8EB6-F921-39FD-3972D489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3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89837-D30C-0E32-6089-CB9681176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F9F9-D9F8-4BFE-34EA-FE3ACC5F5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0650B-3ECD-F3A3-473A-CAC7E845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BA1B-5751-23FF-8C8D-1CCC77F2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A7D2D-2897-D95A-4DF3-9A406906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2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7FFE3-9B10-C8D4-BE12-E0513066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FD1C-855D-6B9C-6D4B-D18DEB7A8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BC78-9CE7-0395-4288-362585909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9A85E-F682-4E00-B1A2-37B2532AAD2F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D57C-8703-E569-2E43-44856F534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0C24E-6363-20F5-41F8-352211F86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1A3D6-2499-430D-9A3F-A2427B7D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6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542D-2D0A-614B-4216-80643D88B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Brain Tumour Detection and Classification from MRI Images Using Deep Learning with VGG16, ResNet50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5E8B0-4489-149B-BE4C-71E290203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2913780"/>
            <a:ext cx="10264877" cy="3251046"/>
          </a:xfrm>
        </p:spPr>
        <p:txBody>
          <a:bodyPr>
            <a:normAutofit/>
          </a:bodyPr>
          <a:lstStyle/>
          <a:p>
            <a:r>
              <a:rPr lang="en-US" dirty="0"/>
              <a:t>Team : 06</a:t>
            </a:r>
          </a:p>
          <a:p>
            <a:r>
              <a:rPr lang="en-US" dirty="0"/>
              <a:t>MLA0405 – Deep Learning</a:t>
            </a:r>
          </a:p>
          <a:p>
            <a:endParaRPr lang="en-US" dirty="0"/>
          </a:p>
          <a:p>
            <a:pPr algn="l"/>
            <a:r>
              <a:rPr lang="en-US" b="1" dirty="0"/>
              <a:t>Guided by:                                                                  Student Names:                                                                                    </a:t>
            </a:r>
          </a:p>
          <a:p>
            <a:pPr algn="l"/>
            <a:r>
              <a:rPr lang="en-US" dirty="0"/>
              <a:t>Dr. A. M. Arul Raj                                                        D. N. Shirshika (192425396)</a:t>
            </a:r>
          </a:p>
          <a:p>
            <a:pPr algn="l"/>
            <a:r>
              <a:rPr lang="en-US" dirty="0"/>
              <a:t>Professor                                                                      N. Sai Mounika (192425367)</a:t>
            </a:r>
          </a:p>
          <a:p>
            <a:pPr algn="l"/>
            <a:r>
              <a:rPr lang="en-US" dirty="0"/>
              <a:t>Institute of SIMATS Engineering                               Institute of SIMATS Engineering</a:t>
            </a:r>
          </a:p>
          <a:p>
            <a:pPr algn="l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Saveetha Institute of Medical and Technical Sciences Engineering Fests,  Symposiums in Chennai from June 2026 Technical, Cultural, Management,  Sports, Conferences, Seminars">
            <a:extLst>
              <a:ext uri="{FF2B5EF4-FFF2-40B4-BE49-F238E27FC236}">
                <a16:creationId xmlns:a16="http://schemas.microsoft.com/office/drawing/2014/main" id="{F61B3B05-E67F-6E6C-61C9-07CC9E1F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05" y="202445"/>
            <a:ext cx="11557811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8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F61A-B592-2D2A-0ACD-90321296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9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311E8-84F6-5533-30BE-3F8C099F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469641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 diagnosis from MRI images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time-consuming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automated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detection and segmentation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and ResNet50 feature extraction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diagnostic accuracy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608C3-E792-8277-9A21-310414AF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7" t="11836" r="8383" b="12796"/>
          <a:stretch>
            <a:fillRect/>
          </a:stretch>
        </p:blipFill>
        <p:spPr>
          <a:xfrm>
            <a:off x="7873999" y="1469641"/>
            <a:ext cx="3566979" cy="3637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089059-DE19-40D3-B120-8DCD1A665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962"/>
            <a:ext cx="12019085" cy="9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160C-EC3E-1D71-328F-90DB9312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8C37A-6ED6-B350-8720-FF0CFDAF6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1277" y="1091380"/>
            <a:ext cx="5508523" cy="56243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brain tumor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diagnosis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diagnostic time 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region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ResNet50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Tumor classification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D7FA49-3CAF-3B5C-CCB4-9ABE9A9BEA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216" t="9085" r="6765"/>
          <a:stretch>
            <a:fillRect/>
          </a:stretch>
        </p:blipFill>
        <p:spPr>
          <a:xfrm>
            <a:off x="6482080" y="1838960"/>
            <a:ext cx="4612640" cy="3533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1ACF4A-D696-5DDD-DA7C-11A33502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" y="51491"/>
            <a:ext cx="12019085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3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EFF3F-FD46-AB7D-70C9-A833FD20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985B6-C6DD-B1EC-C75E-16D566B8A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1" y="1850072"/>
            <a:ext cx="5339080" cy="4642803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tumours affect neurological functions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widely used for diagnosis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prone to errors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improves accuracy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healthcare support system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12CB27-4D2D-C906-5634-38896FFF5A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3740" b="6407"/>
          <a:stretch>
            <a:fillRect/>
          </a:stretch>
        </p:blipFill>
        <p:spPr>
          <a:xfrm>
            <a:off x="7159005" y="1503681"/>
            <a:ext cx="4194795" cy="3474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62815E-2FAA-DF48-63B5-608A53D7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375"/>
            <a:ext cx="12192000" cy="103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3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11F5FE-B84F-8301-A271-9C4D8023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27856"/>
              </p:ext>
            </p:extLst>
          </p:nvPr>
        </p:nvGraphicFramePr>
        <p:xfrm>
          <a:off x="320041" y="305848"/>
          <a:ext cx="11551918" cy="624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>
                  <a:extLst>
                    <a:ext uri="{9D8B030D-6E8A-4147-A177-3AD203B41FA5}">
                      <a16:colId xmlns:a16="http://schemas.microsoft.com/office/drawing/2014/main" val="96032249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86963118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524138205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4040566900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51964282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227724334"/>
                    </a:ext>
                  </a:extLst>
                </a:gridCol>
                <a:gridCol w="2143758">
                  <a:extLst>
                    <a:ext uri="{9D8B030D-6E8A-4147-A177-3AD203B41FA5}">
                      <a16:colId xmlns:a16="http://schemas.microsoft.com/office/drawing/2014/main" val="3698966268"/>
                    </a:ext>
                  </a:extLst>
                </a:gridCol>
              </a:tblGrid>
              <a:tr h="6664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Year of Publication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Title of the Journal /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Methodology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Algorithm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28472"/>
                  </a:ext>
                </a:extLst>
              </a:tr>
              <a:tr h="893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S. Deepak &amp; P.M. Ameer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Brain Tumour Classification Using Deep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MRI Image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Achieved high accuracy in brain tumor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567562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A. 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Automated Brain Tumour Detection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Image Preprocessing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Improved feature extraction and detection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821672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M. 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MRI-Based Brain Tumour Detection Using 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Reduced training time with better classification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41048"/>
                  </a:ext>
                </a:extLst>
              </a:tr>
              <a:tr h="1099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R. Gupta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Deep Learning Approaches for Brain Tumour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Feature Extraction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CNN +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Enhanced </a:t>
                      </a:r>
                      <a:r>
                        <a:rPr lang="en-IN" dirty="0" err="1"/>
                        <a:t>tumor</a:t>
                      </a:r>
                      <a:r>
                        <a:rPr lang="en-IN" dirty="0"/>
                        <a:t> identification from MRI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12992"/>
                  </a:ext>
                </a:extLst>
              </a:tr>
              <a:tr h="10705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P. Singh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Automated Brain Tumor Detection and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MRI Segmentation &amp;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VGG16 +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Achieved robust multi-class tumor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89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44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8896-7527-B2F3-CAF2-D7310B0F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F9D0-5F7A-B6F8-F280-F2A0718F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tumours pose serious health risks and require early diagnosis.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MRI image analysis is time-consuming and dependent on radiologists' expertise.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produce inconsistent and less accurate results.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MRI scans make manual examination difficult.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deep learning system is needed for accurate tumour detection and classification.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1751F-31AD-59A9-EDFB-79BA73779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3" y="136289"/>
            <a:ext cx="11457401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9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491D-EC25-DEFA-3980-46464C86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3C6D1-62AC-D5CE-9A1D-FB7B4A61A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465"/>
            <a:ext cx="10515600" cy="4351338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of MRI scans by medical experts.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image processing and machine learning techniques.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human intervention.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 for complex tumour patterns.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diagnosis and treatment planning time.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291C2-FDB0-4AD4-597F-4FD2625D5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90" y="0"/>
            <a:ext cx="11465332" cy="113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6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A8C8-E733-28B1-3392-705144B7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D43E-EC4D-D0E8-601A-276DD0FCB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MRI image analysis using deep learning.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and tumour region detection.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and ResNet50.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tumour types (Glioma, Meningioma, Pituitary, No Tumour).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accurate, and reliable diagnosis support system.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F6E81-8DA1-7641-1495-1E8C6074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06" y="230187"/>
            <a:ext cx="11078471" cy="10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1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3EE5-2E82-C020-46C1-1AB3ED3F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480" y="678913"/>
            <a:ext cx="10515600" cy="1325563"/>
          </a:xfrm>
        </p:spPr>
        <p:txBody>
          <a:bodyPr/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47C32-9C95-180B-4216-F2396152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695" y="744842"/>
            <a:ext cx="5562600" cy="5069388"/>
          </a:xfrm>
        </p:spPr>
        <p:txBody>
          <a:bodyPr>
            <a:normAutofit fontScale="92500"/>
          </a:bodyPr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Brain Image Dataset Collection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(Resize, Normalize, Noise Removal)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Tumour Detection and Segmentation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VGG16 and ResNet50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Tumour Classification and Performance Evaluation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9A34C-117A-2C07-3F59-C66EADA4EE00}"/>
              </a:ext>
            </a:extLst>
          </p:cNvPr>
          <p:cNvSpPr txBox="1"/>
          <p:nvPr/>
        </p:nvSpPr>
        <p:spPr>
          <a:xfrm>
            <a:off x="6656949" y="2004476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CNN model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16-layer deep architecture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from MRI images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technique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50-layer deep neural network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(skip) connections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vanishing gradients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complex features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classification performance</a:t>
            </a:r>
          </a:p>
          <a:p>
            <a:pPr marL="0" lv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7EE31-F1E1-80C3-C7D9-71C6003EF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6" y="156897"/>
            <a:ext cx="11870492" cy="117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9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FA2A-DF23-8250-AFCB-9D4D2266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853101"/>
          </a:xfrm>
        </p:spPr>
        <p:txBody>
          <a:bodyPr/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Module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79B9-7449-0E08-C728-CE58DB6DE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006" y="1871356"/>
            <a:ext cx="3987800" cy="51382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MRI Image Acquisition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Dataset Collection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Labelling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Organization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Image Preprocessing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 Enhancement </a:t>
            </a:r>
          </a:p>
          <a:p>
            <a:pPr lvl="0">
              <a:lnSpc>
                <a:spcPct val="120000"/>
              </a:lnSpc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Augmentation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302DA-BA13-5E32-B3E9-F47A6AF3D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44" y="-146095"/>
            <a:ext cx="10539373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40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196DF-2A59-E3CE-EEA1-BADA221C8B96}"/>
              </a:ext>
            </a:extLst>
          </p:cNvPr>
          <p:cNvSpPr txBox="1"/>
          <p:nvPr/>
        </p:nvSpPr>
        <p:spPr>
          <a:xfrm>
            <a:off x="1757680" y="166568"/>
            <a:ext cx="6096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Tumour Detection &amp; Segmentation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Region Extraction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Tumour Localization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Tumour Segmentation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Tumour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Feature Extraction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Feature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Optimization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Module 5: Classification &amp;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Tumour Classification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Prediction Generation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Accuracy Calculation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Performance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Result 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9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639</Words>
  <Application>Microsoft Office PowerPoint</Application>
  <PresentationFormat>Widescreen</PresentationFormat>
  <Paragraphs>164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Automatic Brain Tumour Detection and Classification from MRI Images Using Deep Learning with VGG16, ResNet50</vt:lpstr>
      <vt:lpstr>  Abstract </vt:lpstr>
      <vt:lpstr>   Aim &amp; Objectives  </vt:lpstr>
      <vt:lpstr>   Introduction </vt:lpstr>
      <vt:lpstr>PowerPoint Presentation</vt:lpstr>
      <vt:lpstr>  Problem Statement </vt:lpstr>
      <vt:lpstr>   Existing System </vt:lpstr>
      <vt:lpstr>   Proposed System </vt:lpstr>
      <vt:lpstr> Proposed Methodology and Algorithm</vt:lpstr>
      <vt:lpstr> Design &amp; Module Planning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Mounika Narra</dc:creator>
  <cp:lastModifiedBy>dnshirshika13@gmail.com</cp:lastModifiedBy>
  <cp:revision>3</cp:revision>
  <dcterms:created xsi:type="dcterms:W3CDTF">2026-07-31T07:52:51Z</dcterms:created>
  <dcterms:modified xsi:type="dcterms:W3CDTF">2026-08-03T05:52:19Z</dcterms:modified>
</cp:coreProperties>
</file>